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[설명 포인트]
- 사업부 차원의 M&amp;A 검토를 스크리닝 체크리스트 → 실사 → 시너지 분석 → 후보 풀 관리 4개 영역으로 구분
- 외부 전문가 인터뷰 결과는 체크리스트와 R&amp;R에 반영 중. 체크리스트는 작성 중, 실사·후보 풀 관리는 향후 수립
- 실사와 시너지 분석은 Morgan Stanley의 표준 DD 양식·시너지 모델 참조 자료 요청 검토
- 오늘 확인받고 싶은 것: 4개 영역 구성 및 우선순위, 단계별 준비 일정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사업부 M&amp;A 검토 프레임워크 (안)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M&amp;A 검토를 4개 영역으로 구분하고, 영역별로 활용할 툴·산출물을 정의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91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스크리닝 체크리스트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99816" y="1938528"/>
            <a:ext cx="210312" cy="237744"/>
          </a:xfrm>
          <a:prstGeom prst="rightArrow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14600"/>
            <a:ext cx="260604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질문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8986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후보를 사전에 거를 것인가?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50215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툴 · 산출물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776472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M&amp;A 스크리닝 체크리스트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EBITDA 정상화 항목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격차 20% 판정선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자산 진단 4축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5349240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2A7A2A"/>
          </a:solidFill>
          <a:ln w="12700">
            <a:solidFill>
              <a:srgbClr val="2A7A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534924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중 (인터뷰 반영)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46704" y="1691640"/>
            <a:ext cx="26060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386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849624" y="1691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실사(DD) 검토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89320" y="1938528"/>
            <a:ext cx="210312" cy="237744"/>
          </a:xfrm>
          <a:prstGeom prst="rightArrow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46704" y="2514600"/>
            <a:ext cx="260604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11296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질문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511296" y="28986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사업부는 무엇을 검증할 것인가?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511296" y="350215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툴 · 산출물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3776472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사업부 검토 항목 (R&amp;R 연계)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테크니컬 DD 관점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DD 양식 참조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구축형·구독형 분리 평가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11296" y="5349240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 w="12700">
            <a:solidFill>
              <a:srgbClr val="7A85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11296" y="534924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수립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6208" y="1691640"/>
            <a:ext cx="26060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739128" y="1691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시너지 분석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878824" y="1938528"/>
            <a:ext cx="210312" cy="237744"/>
          </a:xfrm>
          <a:prstGeom prst="rightArrow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2514600"/>
            <a:ext cx="260604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질문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28986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시너지를 낼 수 있는가?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350215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툴 · 산출물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3776472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시너지 산정 모델 (단가×물량)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매출·코스트 시너지 3년 배분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비용·CapEx 반영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역방향 시너지 우선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5349240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534924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자료 요청 예정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25712" y="1691640"/>
            <a:ext cx="260604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6287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9628632" y="1691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풀 관리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125712" y="2514600"/>
            <a:ext cx="2606040" cy="32918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90304" y="265176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질문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28986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기업을 볼 것인가?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290304" y="350215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툴 · 산출물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290304" y="3776472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후보별 2~3페이지 요약 시트 (정기 업데이트)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재무·매출·이벤트 모니터링 (에이전트 검토)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인수 대상 선정 의사결정 지원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290304" y="5349240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 w="12700">
            <a:solidFill>
              <a:srgbClr val="7A858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90304" y="534924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수립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기반  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전문가 인터뷰 결과(4개 기관)  ·  사업부 R&amp;R (단계별 핵심 업무)  ·  사업건전성 대시보드 지표 (GRR·RPO 등)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사업부 M&amp;A 검토 프레임워크 (안)</dc:title>
  <dc:subject>PptxGenJS Presentation</dc:subject>
  <dc:creator>PptxGenJS</dc:creator>
  <cp:lastModifiedBy>PptxGenJS</cp:lastModifiedBy>
  <cp:revision>1</cp:revision>
  <dcterms:created xsi:type="dcterms:W3CDTF">2026-09-21T05:11:02Z</dcterms:created>
  <dcterms:modified xsi:type="dcterms:W3CDTF">2026-09-21T05:11:02Z</dcterms:modified>
</cp:coreProperties>
</file>